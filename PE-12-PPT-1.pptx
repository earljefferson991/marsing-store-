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Health-O-Physical-Education-12-Module-1-Quarter-3-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ealth-O-Physical-Education-12-Module-1-Quarter-3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ealth-O-Physical-Education-12-Module-1-Quarter-3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ealth-O-Physical-Education-12-Module-1-Quarter-3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Health-O-Physical-Education-12-Module-1-Quarter-3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ealth-O-Physical-Education-12-Module-1-Quarter-3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ealth-O-Physical-Education-12-Module-1-Quarter-3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0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ealth-O-Physical-Education-12-Module-1-Quarter-3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Health-O-Physical-Education-12-Module-1-Quarter-3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Health-O-Physical-Education-12-Module-1-Quarter-3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Health-O-Physical-Education-12-Module-1-Quarter-3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Health-O-Physical-Education-12-Module-1-Quarter-3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ealth-O-Physical-Education-12-Module-1-Quarter-3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Health-O-Physical-Education-12-Module-1-Quarter-3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Health-O-Physical-Education-12-Module-1-Quarter-3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Health-O-Physical-Education-12-Module-1-Quarter-3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Health-O-Physical-Education-12-Module-1-Quarter-3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Health-O-Physical-Education-12-Module-1-Quarter-3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Health-O-Physical-Education-12-Module-1-Quarter-3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Health-O-Physical-Education-12-Module-1-Quarter-3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Health-O-Physical-Education-12-Module-1-Quarter-3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Health-O-Physical-Education-12-Module-1-Quarter-3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Health-O-Physical-Education-12-Module-1-Quarter-3-pptx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Health-O-Physical-Education-12-Module-1-Quarter-3-pptx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Health-O-Physical-Education-12-Module-1-Quarter-3-pptx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Health-O-Physical-Education-12-Module-1-Quarter-3-pptx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Health-O-Physical-Education-12-Module-1-Quarter-3-pptx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Health-O-Physical-Education-12-Module-1-Quarter-3-pptx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Health-O-Physical-Education-12-Module-1-Quarter-3-pptx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Health-O-Physical-Education-12-Module-1-Quarter-3-pptx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Health-O-Physical-Education-12-Module-1-Quarter-3-pptx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MARIE GRACE ROMEO (BED-PARDO - Teacher)</cp:lastModifiedBy>
  <cp:revision>2</cp:revision>
  <dcterms:created xsi:type="dcterms:W3CDTF">2013-01-27T09:14:16Z</dcterms:created>
  <dcterms:modified xsi:type="dcterms:W3CDTF">2025-11-12T07:55:36Z</dcterms:modified>
  <cp:category/>
</cp:coreProperties>
</file>