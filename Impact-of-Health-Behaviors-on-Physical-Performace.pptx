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57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PHYSICAL-EDUCATION-LESSON-4-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PHYSICAL-EDUCATION-LESSON-4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HYSICAL-EDUCATION-LESSON-4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HYSICAL-EDUCATION-LESSON-4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PHYSICAL-EDUCATION-LESSON-4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PHYSICAL-EDUCATION-LESSON-4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PHYSICAL-EDUCATION-LESSON-4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PHYSICAL-EDUCATION-LESSON-4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PHYSICAL-EDUCATION-LESSON-4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PHYSICAL-EDUCATION-LESSON-4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PHYSICAL-EDUCATION-LESSON-4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PHYSICAL-EDUCATION-LESSON-4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PHYSICAL-EDUCATION-LESSON-4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PHYSICAL-EDUCATION-LESSON-4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PHYSICAL-EDUCATION-LESSON-4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PHYSICAL-EDUCATION-LESSON-4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PHYSICAL-EDUCATION-LESSON-4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PHYSICAL-EDUCATION-LESSON-4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PHYSICAL-EDUCATION-LESSON-4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PHYSICAL-EDUCATION-LESSON-4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PHYSICAL-EDUCATION-LESSON-4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PHYSICAL-EDUCATION-LESSON-4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MARIE GRACE ROMEO (BED-PARDO - Teacher)</cp:lastModifiedBy>
  <cp:revision>3</cp:revision>
  <dcterms:created xsi:type="dcterms:W3CDTF">2013-01-27T09:14:16Z</dcterms:created>
  <dcterms:modified xsi:type="dcterms:W3CDTF">2026-01-20T03:19:19Z</dcterms:modified>
  <cp:category/>
</cp:coreProperties>
</file>